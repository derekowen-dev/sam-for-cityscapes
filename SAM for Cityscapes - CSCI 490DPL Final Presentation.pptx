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d736ca34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d736ca34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736ca34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736ca34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d7596b3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d7596b3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7596b30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d7596b30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7596b30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7596b30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d7596b30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d7596b30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7596b3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d7596b3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7596b30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d7596b30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458504"/>
            <a:ext cx="4910400" cy="21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Anything Model (SAM) for Cityscapes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10: Erik Perez, Oluwatobiloba Olawore, Derek Owen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50738"/>
            <a:ext cx="5067187" cy="168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0103" y="2361375"/>
            <a:ext cx="2349749" cy="253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6550" y="0"/>
            <a:ext cx="3227240" cy="21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98600" y="13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Task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0" y="7465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Image segmentation underpins many tasks: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Scene understanding, autonomous driving, AR, image editing.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 segmentation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Trained for one dataset or one task.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Require large, expensive pixel-level labels.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Goal of Segment Anything (SAM):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Promptable segmentation that can generalize across tasks and datasets.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Our focus: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Evaluate SAM on urban driving scenes from the Cityscapes dataset.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Study domain adaptation: can a Cityscapes-tuned SAM head beat a strong zero-shot baseline?</a:t>
            </a:r>
            <a:endParaRPr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117975" y="1194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Anything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311700" y="6179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Novel task: Promptable Segmentation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Given an image and a prompt, SAM returns a valid segmentation mask for any image.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Prompts: points, bounding boxes, masks, text (in follow-up 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Segment Anything Model (SAM)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MAE-pretrained ViT-H image encoder.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Prompt encoder for points, boxes, masks.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Lightweight mask decoder that fuses image and prompt tokens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SA-1B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~1.1B masks on 11M images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Model-in-the-loop annotation pipeline</a:t>
            </a:r>
            <a:endParaRPr/>
          </a:p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025" y="3466576"/>
            <a:ext cx="6700510" cy="15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98600" y="1000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Downstream Task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98600" y="807200"/>
            <a:ext cx="5274300" cy="43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Dataset: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Cityscapes: 2,975 train and 500 val segmented images of urban street scenes into 19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Downstream task: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Segmentation of urban driving scenes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Focused on only 5 classes: road, sidewalk, car, person, building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Research question: “How does domain adaptation affect SAM’s performance?”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Zero-shot SAM on Cityscapes vs. Cityscapes-tuned SAM with a new semantic head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Evaluation 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Intersection-over-Union of each class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Mean Intersection-over-Union (mIOU)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2825" y="298400"/>
            <a:ext cx="3466300" cy="173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300" y="2188428"/>
            <a:ext cx="3466300" cy="172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179200" y="89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SAM Baseline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226225" y="6973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Box-Prompt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Extract ground-truth masks from Cityscapes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Sample tight bounding boxes around class regions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SAM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pretrained weights checkpoint from SAM’s Github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Feed boxes to SAM’s box prompt interface using SamPredictor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Interpret SAM’s output and segment image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Result: 0.7192 mIoU</a:t>
            </a:r>
            <a:endParaRPr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00" y="3498050"/>
            <a:ext cx="5628503" cy="14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9400" y="697300"/>
            <a:ext cx="2939713" cy="14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9399" y="3188977"/>
            <a:ext cx="2939725" cy="1462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79225" y="806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Cityscapes-Tuned SAM Head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0" y="574725"/>
            <a:ext cx="6006900" cy="3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SAM’s image encoder as a frozen generic feature extractor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Attach a lightweight semantic head that predicts 6 classes: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Road, sidewalk, building, person, car, or “none of the above”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Head architecture: Two 3x3 convolutional layers, batch normalization, ReLU layers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Training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Loss: cross-entropy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Optimizer: Adam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Learning rate: 1e-3, Epochs: 5, Batch size: 2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Trained on all 2975 images, evaluated on all 500 images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RTX 3080 GPU, ~4 hours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Result: 0.8013 mIoU</a:t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5" y="3653175"/>
            <a:ext cx="5325300" cy="131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325" y="912500"/>
            <a:ext cx="3328430" cy="16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0325" y="2775052"/>
            <a:ext cx="3328425" cy="167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Results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311700" y="1194650"/>
            <a:ext cx="3530700" cy="33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</a:t>
            </a:r>
            <a:r>
              <a:rPr lang="en"/>
              <a:t>ox-prompt zero-shot SAM baseline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400"/>
              <a:t>mIoU: 0.7192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Per-class IoU</a:t>
            </a:r>
            <a:endParaRPr sz="1400"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road:         	0.8544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sidewalk:   	0.6984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building:     	0.6944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person:       	0.6114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car:          	0.7374</a:t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4107050" y="1147450"/>
            <a:ext cx="4437000" cy="33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SAM-based Cityscapes-tuned semantic head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400"/>
              <a:t>mIoU: 0.8013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Per-class IoU</a:t>
            </a:r>
            <a:endParaRPr sz="1400"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road:        	 0.9256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sidewalk:    	 0.6990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building:    	 0.8535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person:      	 0.6555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car:         	 0.8731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7006"/>
            <a:ext cx="9144003" cy="304948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>
            <p:ph type="title"/>
          </p:nvPr>
        </p:nvSpPr>
        <p:spPr>
          <a:xfrm>
            <a:off x="292325" y="293750"/>
            <a:ext cx="6417300" cy="2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Results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213100" y="1162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and Discussion</a:t>
            </a:r>
            <a:endParaRPr/>
          </a:p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311700" y="724050"/>
            <a:ext cx="8520600" cy="37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did the tuned head get better results?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Tuned head was trained on the same dataset it was tested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 is only as good as its prompt and good prompt generation is not easy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 is strong at single-object masks with high-quality prompts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While the tuned head’s output is not as sharp, it “understands” the task better than SAM and scores higher on IoU, so SAM domain adaptation is a worthwhile project for specific downstream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SAM’s zero-shot results are impressive and with better prompts it could perform better than our model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